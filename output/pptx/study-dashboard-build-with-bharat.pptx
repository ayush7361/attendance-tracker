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323c237fed4cf6" /><Relationship Type="http://schemas.openxmlformats.org/officeDocument/2006/relationships/extended-properties" Target="/docProps/app.xml" Id="Re7dd3b4925b64aa6" /><Relationship Type="http://schemas.openxmlformats.org/officeDocument/2006/relationships/officeDocument" Target="/ppt/presentation.xml" Id="Rbb2cf0fbaed245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bb50e31d574176"/>
  </p:sldMasterIdLst>
  <p:notesMasterIdLst>
    <p:notesMasterId xmlns:r="http://schemas.openxmlformats.org/officeDocument/2006/relationships" r:id="R3d1c397992844cb2"/>
  </p:notesMasterIdLst>
  <p:sldIdLst>
    <p:sldId xmlns:r="http://schemas.openxmlformats.org/officeDocument/2006/relationships" id="256" r:id="R41f6a6798ad24d03"/>
    <p:sldId xmlns:r="http://schemas.openxmlformats.org/officeDocument/2006/relationships" id="257" r:id="Rf83ebbbb591e43b6"/>
    <p:sldId xmlns:r="http://schemas.openxmlformats.org/officeDocument/2006/relationships" id="258" r:id="R634b84b43d264c05"/>
    <p:sldId xmlns:r="http://schemas.openxmlformats.org/officeDocument/2006/relationships" id="259" r:id="Rb868807ed49644f2"/>
    <p:sldId xmlns:r="http://schemas.openxmlformats.org/officeDocument/2006/relationships" id="260" r:id="Rf6de4de5021f48da"/>
    <p:sldId xmlns:r="http://schemas.openxmlformats.org/officeDocument/2006/relationships" id="261" r:id="R1afe42aad993409c"/>
    <p:sldId xmlns:r="http://schemas.openxmlformats.org/officeDocument/2006/relationships" id="262" r:id="Rcd26283ad894490f"/>
    <p:sldId xmlns:r="http://schemas.openxmlformats.org/officeDocument/2006/relationships" id="263" r:id="Rdec48652a7f749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db27487a014ef3" /><Relationship Type="http://schemas.openxmlformats.org/officeDocument/2006/relationships/slideMaster" Target="/ppt/slideMasters/slideMaster1.xml" Id="Rd0bb50e31d574176" /><Relationship Type="http://schemas.openxmlformats.org/officeDocument/2006/relationships/notesMaster" Target="/ppt/notesMasters/notesMaster1.xml" Id="R3d1c397992844cb2" /><Relationship Type="http://schemas.openxmlformats.org/officeDocument/2006/relationships/presProps" Target="/ppt/presProps.xml" Id="R2c32301372764450" /><Relationship Type="http://schemas.openxmlformats.org/officeDocument/2006/relationships/tableStyles" Target="/ppt/tableStyles.xml" Id="R317fb9ecd7144225" /><Relationship Type="http://schemas.openxmlformats.org/officeDocument/2006/relationships/slide" Target="/ppt/slides/slide1.xml" Id="R41f6a6798ad24d03" /><Relationship Type="http://schemas.openxmlformats.org/officeDocument/2006/relationships/slide" Target="/ppt/slides/slide2.xml" Id="Rf83ebbbb591e43b6" /><Relationship Type="http://schemas.openxmlformats.org/officeDocument/2006/relationships/slide" Target="/ppt/slides/slide3.xml" Id="R634b84b43d264c05" /><Relationship Type="http://schemas.openxmlformats.org/officeDocument/2006/relationships/slide" Target="/ppt/slides/slide4.xml" Id="Rb868807ed49644f2" /><Relationship Type="http://schemas.openxmlformats.org/officeDocument/2006/relationships/slide" Target="/ppt/slides/slide5.xml" Id="Rf6de4de5021f48da" /><Relationship Type="http://schemas.openxmlformats.org/officeDocument/2006/relationships/slide" Target="/ppt/slides/slide6.xml" Id="R1afe42aad993409c" /><Relationship Type="http://schemas.openxmlformats.org/officeDocument/2006/relationships/slide" Target="/ppt/slides/slide7.xml" Id="Rcd26283ad894490f" /><Relationship Type="http://schemas.openxmlformats.org/officeDocument/2006/relationships/slide" Target="/ppt/slides/slide8.xml" Id="Rdec48652a7f749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821d066ab549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37ddc215f24d1e" /><Relationship Type="http://schemas.openxmlformats.org/officeDocument/2006/relationships/notesMaster" Target="/ppt/notesMasters/notesMaster1.xml" Id="Rd2c01c02e86f4d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3f6fe369894ab2" /><Relationship Type="http://schemas.openxmlformats.org/officeDocument/2006/relationships/notesMaster" Target="/ppt/notesMasters/notesMaster1.xml" Id="Rdb556b804bd54c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68cb22d8c74a74" /><Relationship Type="http://schemas.openxmlformats.org/officeDocument/2006/relationships/notesMaster" Target="/ppt/notesMasters/notesMaster1.xml" Id="Rcfc2459d32bd42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8887a7dbb04e05" /><Relationship Type="http://schemas.openxmlformats.org/officeDocument/2006/relationships/notesMaster" Target="/ppt/notesMasters/notesMaster1.xml" Id="Re68033c125b948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3eea20b19f48fe" /><Relationship Type="http://schemas.openxmlformats.org/officeDocument/2006/relationships/notesMaster" Target="/ppt/notesMasters/notesMaster1.xml" Id="R5cf354f8458842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186891034a4676" /><Relationship Type="http://schemas.openxmlformats.org/officeDocument/2006/relationships/notesMaster" Target="/ppt/notesMasters/notesMaster1.xml" Id="Rdd330ad55f3040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7b7c1eef784118" /><Relationship Type="http://schemas.openxmlformats.org/officeDocument/2006/relationships/notesMaster" Target="/ppt/notesMasters/notesMaster1.xml" Id="R1fcd4a8eee0f43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4cd0edd7564483" /><Relationship Type="http://schemas.openxmlformats.org/officeDocument/2006/relationships/notesMaster" Target="/ppt/notesMasters/notesMaster1.xml" Id="R679dbe8e44bd4e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Study Dashboard local project source: /Users/ayushranjan/study dashboard</a:t>
            </a:r>
          </a:p>
          <a:p xmlns:a="http://schemas.openxmlformats.org/drawingml/2006/main">
            <a:r>
              <a:t>Live demo: https://attendance-tracker-pi-blue.vercel.app</a:t>
            </a:r>
          </a:p>
          <a:p xmlns:a="http://schemas.openxmlformats.org/drawingml/2006/main">
            <a:r>
              <a:t>GitHub: https://github.com/Ayush7361/Attendance-Tracker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Study Dashboard local project source: /Users/ayushranjan/study dashboard</a:t>
            </a:r>
          </a:p>
          <a:p xmlns:a="http://schemas.openxmlformats.org/drawingml/2006/main">
            <a:r>
              <a:t>Live demo: https://attendance-tracker-pi-blue.vercel.app</a:t>
            </a:r>
          </a:p>
          <a:p xmlns:a="http://schemas.openxmlformats.org/drawingml/2006/main">
            <a:r>
              <a:t>GitHub: https://github.com/Ayush7361/Attendance-Tracker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Study Dashboard local project source: /Users/ayushranjan/study dashboard</a:t>
            </a:r>
          </a:p>
          <a:p xmlns:a="http://schemas.openxmlformats.org/drawingml/2006/main">
            <a:r>
              <a:t>Live demo: https://attendance-tracker-pi-blue.vercel.app</a:t>
            </a:r>
          </a:p>
          <a:p xmlns:a="http://schemas.openxmlformats.org/drawingml/2006/main">
            <a:r>
              <a:t>GitHub: https://github.com/Ayush7361/Attendance-Tracker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Study Dashboard local project source: /Users/ayushranjan/study dashboard</a:t>
            </a:r>
          </a:p>
          <a:p xmlns:a="http://schemas.openxmlformats.org/drawingml/2006/main">
            <a:r>
              <a:t>Live demo: https://attendance-tracker-pi-blue.vercel.app</a:t>
            </a:r>
          </a:p>
          <a:p xmlns:a="http://schemas.openxmlformats.org/drawingml/2006/main">
            <a:r>
              <a:t>GitHub: https://github.com/Ayush7361/Attendance-Tracker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Study Dashboard local project source: /Users/ayushranjan/study dashboard</a:t>
            </a:r>
          </a:p>
          <a:p xmlns:a="http://schemas.openxmlformats.org/drawingml/2006/main">
            <a:r>
              <a:t>Live demo: https://attendance-tracker-pi-blue.vercel.app</a:t>
            </a:r>
          </a:p>
          <a:p xmlns:a="http://schemas.openxmlformats.org/drawingml/2006/main">
            <a:r>
              <a:t>GitHub: https://github.com/Ayush7361/Attendance-Tracker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Study Dashboard local project source: /Users/ayushranjan/study dashboard</a:t>
            </a:r>
          </a:p>
          <a:p xmlns:a="http://schemas.openxmlformats.org/drawingml/2006/main">
            <a:r>
              <a:t>Live demo: https://attendance-tracker-pi-blue.vercel.app</a:t>
            </a:r>
          </a:p>
          <a:p xmlns:a="http://schemas.openxmlformats.org/drawingml/2006/main">
            <a:r>
              <a:t>GitHub: https://github.com/Ayush7361/Attendance-Tracker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Study Dashboard local project source: /Users/ayushranjan/study dashboard</a:t>
            </a:r>
          </a:p>
          <a:p xmlns:a="http://schemas.openxmlformats.org/drawingml/2006/main">
            <a:r>
              <a:t>Live demo: https://attendance-tracker-pi-blue.vercel.app</a:t>
            </a:r>
          </a:p>
          <a:p xmlns:a="http://schemas.openxmlformats.org/drawingml/2006/main">
            <a:r>
              <a:t>GitHub: https://github.com/Ayush7361/Attendance-Tracker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Study Dashboard local project source: /Users/ayushranjan/study dashboard</a:t>
            </a:r>
          </a:p>
          <a:p xmlns:a="http://schemas.openxmlformats.org/drawingml/2006/main">
            <a:r>
              <a:t>Live demo: https://attendance-tracker-pi-blue.vercel.app</a:t>
            </a:r>
          </a:p>
          <a:p xmlns:a="http://schemas.openxmlformats.org/drawingml/2006/main">
            <a:r>
              <a:t>GitHub: https://github.com/Ayush7361/Attendance-Tracker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beba37e564e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78a0379a434bf8" /><Relationship Type="http://schemas.openxmlformats.org/officeDocument/2006/relationships/slideLayout" Target="/ppt/slideLayouts/slideLayout1.xml" Id="Rad1642e2bc9646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1642e2bc9646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e03ae1c4b4ec8" /><Relationship Type="http://schemas.openxmlformats.org/officeDocument/2006/relationships/image" Target="/ppt/media/image.png" Id="Rfb841761337d4668" /><Relationship Type="http://schemas.openxmlformats.org/officeDocument/2006/relationships/notesSlide" Target="/ppt/notesSlides/notesSlide1.xml" Id="Rbe54f19a499e43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a3101c6b14401" /><Relationship Type="http://schemas.openxmlformats.org/officeDocument/2006/relationships/image" Target="/ppt/media/image2.png" Id="R50fd6bd58ff54156" /><Relationship Type="http://schemas.openxmlformats.org/officeDocument/2006/relationships/notesSlide" Target="/ppt/notesSlides/notesSlide2.xml" Id="R52145302e87b45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e831267434b71" /><Relationship Type="http://schemas.openxmlformats.org/officeDocument/2006/relationships/image" Target="/ppt/media/image3.png" Id="Re2312be5eaee4ff0" /><Relationship Type="http://schemas.openxmlformats.org/officeDocument/2006/relationships/notesSlide" Target="/ppt/notesSlides/notesSlide3.xml" Id="R7f9b0c831ef34d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6be4580b24ebc" /><Relationship Type="http://schemas.openxmlformats.org/officeDocument/2006/relationships/image" Target="/ppt/media/image4.png" Id="R5a302c173e0c4239" /><Relationship Type="http://schemas.openxmlformats.org/officeDocument/2006/relationships/notesSlide" Target="/ppt/notesSlides/notesSlide4.xml" Id="R21091d93fb5847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ed15dcc1748cc" /><Relationship Type="http://schemas.openxmlformats.org/officeDocument/2006/relationships/image" Target="/ppt/media/image5.png" Id="R54af29cf805044e6" /><Relationship Type="http://schemas.openxmlformats.org/officeDocument/2006/relationships/notesSlide" Target="/ppt/notesSlides/notesSlide5.xml" Id="R2451e6b92ba442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8788ded44421e" /><Relationship Type="http://schemas.openxmlformats.org/officeDocument/2006/relationships/image" Target="/ppt/media/image6.png" Id="Rb86a26a978214341" /><Relationship Type="http://schemas.openxmlformats.org/officeDocument/2006/relationships/notesSlide" Target="/ppt/notesSlides/notesSlide6.xml" Id="R266e467b492148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ec9b38a914e35" /><Relationship Type="http://schemas.openxmlformats.org/officeDocument/2006/relationships/image" Target="/ppt/media/image7.png" Id="R973a0b27d1424fea" /><Relationship Type="http://schemas.openxmlformats.org/officeDocument/2006/relationships/notesSlide" Target="/ppt/notesSlides/notesSlide7.xml" Id="R78ce5857220048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3e3b9b3d24569" /><Relationship Type="http://schemas.openxmlformats.org/officeDocument/2006/relationships/image" Target="/ppt/media/image8.png" Id="Rdd4cc1d453b546ce" /><Relationship Type="http://schemas.openxmlformats.org/officeDocument/2006/relationships/notesSlide" Target="/ppt/notesSlides/notesSlide8.xml" Id="R2182a588ea344a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41761337d4668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99061-A544-45D0-A080-2673D9A5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[Your Team Name]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57B20-A5E3-4DDF-9337-7F50B95A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530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Study Dashboard - a unified academic planning &amp; performance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751E5-AD16-43C9-B4C8-7C28B7D8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4355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[Add member names]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4B234-B4DE-417F-9E21-2FA678F1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9245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[Add college name]</a:t>
            </a:r>
          </a:p>
        </p:txBody>
      </p:sp>
    </p:spTree>
    <p:extLst>
      <p:ext uri="{BB962C8B-B14F-4D97-AF65-F5344CB8AC3E}">
        <p14:creationId xmlns:p14="http://schemas.microsoft.com/office/powerpoint/2010/main" val="14137510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d6bd58ff54156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A5673-7303-423D-AC31-9084DDE8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Students manage attendance, deadlines, study time, routines and grades in separate tools - so priorities get missed.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EED82-ECEA-461E-B66E-4091C427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Attendance data is often updated late, making shortages hard to spot.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39A37-9E74-4907-B1FA-E4479259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Deadlines, academic events and study sessions lack one connected 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28CA6-37EC-41DF-8848-069E4310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Students need actionable insight, not another static timetable or checklist.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6CAE1-CB82-47D8-A00F-5B4E6A45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511E"/>
                </a:solidFill>
              </a:defRPr>
            </a:pPr>
            <a:r>
              <a:rPr sz="1650" b="1">
                <a:solidFill>
                  <a:srgbClr val="F4511E"/>
                </a:solidFill>
              </a:rPr>
              <a:t>Opportunity: turn scattered academic activity into one clear daily plan.</a:t>
            </a:r>
          </a:p>
        </p:txBody>
      </p:sp>
    </p:spTree>
    <p:extLst>
      <p:ext uri="{BB962C8B-B14F-4D97-AF65-F5344CB8AC3E}">
        <p14:creationId xmlns:p14="http://schemas.microsoft.com/office/powerpoint/2010/main" val="14078011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12be5eaee4ff0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75559-FC09-4EBC-83AE-8EF0E25D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Study Dashboard is a personal academic operating system that brings daily decisions into one place.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C95CE-BB40-41A9-BABD-D3A68018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86125"/>
            <a:ext cx="942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Track daily attendance against a recurring weekly class schedule.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547DD-78AF-4B11-9DD0-C88636E9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942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Organize deadlines, subtasks, workload forecasts and semester events.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BE2C4-2BA9-48D7-84AB-F17AABB5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942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Focus with a study timer, session history, GPA planning and health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34A54-06BF-4FCF-9B96-9CE64E1C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511E"/>
                </a:solidFill>
              </a:defRPr>
            </a:pPr>
            <a:r>
              <a:rPr sz="1800" b="1">
                <a:solidFill>
                  <a:srgbClr val="F4511E"/>
                </a:solidFill>
              </a:rPr>
              <a:t>One dashboard. A clearer next step every day.</a:t>
            </a:r>
          </a:p>
        </p:txBody>
      </p:sp>
    </p:spTree>
    <p:extLst>
      <p:ext uri="{BB962C8B-B14F-4D97-AF65-F5344CB8AC3E}">
        <p14:creationId xmlns:p14="http://schemas.microsoft.com/office/powerpoint/2010/main" val="19630712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02c173e0c4239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AF9EB-5925-4D2D-97BC-9361717C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62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511E"/>
                </a:solidFill>
              </a:defRPr>
            </a:pPr>
            <a:r>
              <a:rPr sz="2025" b="1">
                <a:solidFill>
                  <a:srgbClr val="F4511E"/>
                </a:solidFill>
              </a:rPr>
              <a:t>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9DA86-5D25-4AE7-BC25-8394CC7D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Schedule classes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Add deadlines &amp; events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7D769-676B-4870-8340-5C2CA48A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62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511E"/>
                </a:solidFill>
              </a:defRPr>
            </a:pPr>
            <a:r>
              <a:rPr sz="2025" b="1">
                <a:solidFill>
                  <a:srgbClr val="F4511E"/>
                </a:solidFill>
              </a:rPr>
              <a:t>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1BAF2-5917-4C76-B627-C349506C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1950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Log attendance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Run study sessions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C4FC7-4A2E-46DA-8186-ACE33DA5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511E"/>
                </a:solidFill>
              </a:defRPr>
            </a:pPr>
            <a:r>
              <a:rPr sz="2025" b="1">
                <a:solidFill>
                  <a:srgbClr val="F4511E"/>
                </a:solidFill>
              </a:rPr>
              <a:t>Analyze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635CE-8833-4F87-A3C2-F4271EDE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Forecast workload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Review GPA &amp; health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A6239-EF18-4C88-A20A-D3862C9E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511E"/>
                </a:solidFill>
              </a:defRPr>
            </a:pPr>
            <a:r>
              <a:rPr sz="2025" b="1">
                <a:solidFill>
                  <a:srgbClr val="F4511E"/>
                </a:solidFill>
              </a:rPr>
              <a:t>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62A02-F0D0-4C77-81E7-1770AC7B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1950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Prioritize today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Stay ahead of risks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2E11F-5D31-4217-B6A2-F414E1A4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337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7A38"/>
                </a:solidFill>
              </a:defRPr>
            </a:pPr>
            <a:r>
              <a:rPr sz="2250" b="1">
                <a:solidFill>
                  <a:srgbClr val="147A3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74BC3-5C0F-4820-BDEC-E507F0E4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7A38"/>
                </a:solidFill>
              </a:defRPr>
            </a:pPr>
            <a:r>
              <a:rPr sz="2250" b="1">
                <a:solidFill>
                  <a:srgbClr val="147A38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2C309-5FDE-453E-BF47-E840738C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7A38"/>
                </a:solidFill>
              </a:defRPr>
            </a:pPr>
            <a:r>
              <a:rPr sz="2250" b="1">
                <a:solidFill>
                  <a:srgbClr val="147A3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516F8-4C3E-49C6-B731-85CF59F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All records are scoped to the signed-in user, keeping academic data private.</a:t>
            </a:r>
          </a:p>
        </p:txBody>
      </p:sp>
    </p:spTree>
    <p:extLst>
      <p:ext uri="{BB962C8B-B14F-4D97-AF65-F5344CB8AC3E}">
        <p14:creationId xmlns:p14="http://schemas.microsoft.com/office/powerpoint/2010/main" val="15240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f29cf805044e6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32FAA-566A-477A-83FB-01068849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 modular MERN architecture keeps the experience fast, private and deployable.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D131D-6217-4F63-A842-DD240750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511E"/>
                </a:solidFill>
              </a:defRPr>
            </a:pPr>
            <a:r>
              <a:rPr sz="1725" b="1">
                <a:solidFill>
                  <a:srgbClr val="F4511E"/>
                </a:solidFill>
              </a:rPr>
              <a:t>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FB81B-92BB-4A19-AAA3-CBAC47D3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React 19 • Vite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React Router • Axios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Responsive web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AF1E8-B8C9-42DD-8A17-DCAF31D6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511E"/>
                </a:solidFill>
              </a:defRPr>
            </a:pPr>
            <a:r>
              <a:rPr sz="1725" b="1">
                <a:solidFill>
                  <a:srgbClr val="F4511E"/>
                </a:solidFill>
              </a:rPr>
              <a:t>BACKEND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F1B1D-0377-4F42-ABF7-69FD6CE6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Node.js • Express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JWT authentication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C0C9C-43FC-4EF0-8334-81E31CF7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511E"/>
                </a:solidFill>
              </a:defRPr>
            </a:pPr>
            <a:r>
              <a:rPr sz="1725" b="1">
                <a:solidFill>
                  <a:srgbClr val="F4511E"/>
                </a:solidFill>
              </a:rPr>
              <a:t>DATA &amp;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A33F8-2567-4A63-8BA4-5F27D9CA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9570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MongoDB Atlas • Mongoose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Vercel frontend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Render backend</a:t>
            </a:r>
          </a:p>
        </p:txBody>
      </p:sp>
    </p:spTree>
    <p:extLst>
      <p:ext uri="{BB962C8B-B14F-4D97-AF65-F5344CB8AC3E}">
        <p14:creationId xmlns:p14="http://schemas.microsoft.com/office/powerpoint/2010/main" val="19569263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a26a978214341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D766E-C368-42C3-815E-DC907C2C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Not just a tracker: an integrated system that connects academic signals to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98DBF-B5B9-49E6-8370-E91C0004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Unified view: attendance, tasks, routine, study sessions, GPA and semester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8E6F1-F5EA-4E34-93D4-948CC39F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61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Actionable guidance: workload forecast, deadline insights and academic health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C0573-E3B4-4A24-AA25-C061C666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814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Resilient experience: study sessions fall back to local storage when the API is unavailable.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71A96-CB50-40C8-B14D-7525B945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767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Student-first privacy: account-based records with protected API routes.</a:t>
            </a:r>
          </a:p>
        </p:txBody>
      </p:sp>
    </p:spTree>
    <p:extLst>
      <p:ext uri="{BB962C8B-B14F-4D97-AF65-F5344CB8AC3E}">
        <p14:creationId xmlns:p14="http://schemas.microsoft.com/office/powerpoint/2010/main" val="20079331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a0b27d1424fea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3BA50-EDB4-435E-B990-FDEB3A78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Built with widely adopted web technologies and designed for practical student workflows.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A67BF-5926-40F4-809B-85CF6CE1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511E"/>
                </a:solidFill>
              </a:defRPr>
            </a:pPr>
            <a:r>
              <a:rPr sz="1800" b="1">
                <a:solidFill>
                  <a:srgbClr val="F4511E"/>
                </a:solidFill>
              </a:rPr>
              <a:t>FEASIBILITY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B13F1-7AD5-40B2-A591-716ABA58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Existing working full-stack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B28B0-F95F-477D-92B9-4EE6BB65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624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Cloud-ready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40347-9054-48EB-B833-438FE536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01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Modular APIs enable future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49045-B5CD-43D7-8F6A-7FB57617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511E"/>
                </a:solidFill>
              </a:defRPr>
            </a:pPr>
            <a:r>
              <a:rPr sz="1800" b="1">
                <a:solidFill>
                  <a:srgbClr val="F4511E"/>
                </a:solidFill>
              </a:rPr>
              <a:t>POSITIONING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BFA27-A124-47D0-B631-A68181EF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Calendar apps: dates, but limited academic insight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4CADC-71D0-4845-B1C3-06B99754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624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To-do apps: tasks, but no attendance or GPA 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E73C2-EDD9-414A-BE3D-9D73677C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Study apps: focus, but not a full academic picture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91118-2919-4000-AB31-7CDC2D71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Our edge: a single student workspace that connects planning, progress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9485494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cc1d453b546ce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4ECB1-07C6-49AE-919C-A75249BB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511E"/>
                </a:solidFill>
              </a:defRPr>
            </a:pPr>
            <a:r>
              <a:rPr sz="1875" b="1">
                <a:solidFill>
                  <a:srgbClr val="F4511E"/>
                </a:solidFill>
              </a:rPr>
              <a:t>PROJECT LINKS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6D7C0-3177-4E75-A072-E755848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GitHub:  https://github.com/Ayush7361/Attendance-Tracker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F928B-152D-4D8B-AE6A-4331E653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Live demo:  https://attendance-tracker-pi-blue.vercel.app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82C59-60CE-489C-9929-7B622350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References: React, Vite, Express, MongoDB/Mongoose, Axios, React Router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AC9D7-B08C-45D5-9DA6-DA5D8790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7A38"/>
                </a:solidFill>
              </a:defRPr>
            </a:pPr>
            <a:r>
              <a:rPr sz="2100" b="1">
                <a:solidFill>
                  <a:srgbClr val="147A38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3839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2026-08-31T17:13:45.9090000Z</dcterms:created>
  <dcterms:modified xsi:type="dcterms:W3CDTF">2026-08-31T17:13:45.9090000Z</dcterms:modified>
</coreProperties>
</file>